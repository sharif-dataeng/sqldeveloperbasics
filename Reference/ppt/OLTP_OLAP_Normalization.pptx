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OLTP — Everyday Transactions (Beginner)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What: Systems that record everyday actions (buying, paying, updating).</a:t>
            </a:r>
          </a:p>
          <a:p>
            <a:pPr>
              <a:defRPr sz="1800"/>
            </a:pPr>
            <a:r>
              <a:t>Example: When you buy something online, the order and payment are stored here.</a:t>
            </a:r>
          </a:p>
          <a:p>
            <a:pPr>
              <a:defRPr sz="1800"/>
            </a:pPr>
            <a:r>
              <a:t>Key idea: Many small, fast operations that must be correct each time.</a:t>
            </a:r>
          </a:p>
          <a:p>
            <a:pPr>
              <a:defRPr sz="1800"/>
            </a:pPr>
            <a:r>
              <a:t>Why it matters: Keeps live business data accurate (stock, balances).</a:t>
            </a:r>
          </a:p>
          <a:p>
            <a:pPr>
              <a:defRPr sz="1800"/>
            </a:pPr>
            <a:r>
              <a:t>Typical design: uses many small tables to avoid duplicated data.</a:t>
            </a:r>
          </a:p>
        </p:txBody>
      </p:sp>
      <p:pic>
        <p:nvPicPr>
          <p:cNvPr id="4" name="Picture 3" descr="ol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0" y="2872408"/>
            <a:ext cx="8988066" cy="3707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OLAP — Analysis &amp; Reports (Beginner)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What: Systems used to answer big questions (sales by month, trends).</a:t>
            </a:r>
          </a:p>
          <a:p>
            <a:pPr>
              <a:defRPr sz="1800"/>
            </a:pPr>
            <a:r>
              <a:t>Example: A dashboard that shows last year's sales by product.</a:t>
            </a:r>
          </a:p>
          <a:p>
            <a:pPr>
              <a:defRPr sz="1800"/>
            </a:pPr>
            <a:r>
              <a:t>Key idea: Reads lots of historical data, runs slow but powerful queries.</a:t>
            </a:r>
          </a:p>
          <a:p>
            <a:pPr>
              <a:defRPr sz="1800"/>
            </a:pPr>
            <a:r>
              <a:t>Why it matters: Helps businesses make decisions from past data.</a:t>
            </a:r>
          </a:p>
          <a:p>
            <a:pPr>
              <a:defRPr sz="1800"/>
            </a:pPr>
            <a:r>
              <a:t>Typical design: stores summarized or flattened data for faster reports.</a:t>
            </a:r>
          </a:p>
        </p:txBody>
      </p:sp>
      <p:pic>
        <p:nvPicPr>
          <p:cNvPr id="4" name="Picture 3" descr="o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43808"/>
            <a:ext cx="8778239" cy="40750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Normalized Data — 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What: Data split into small tables so each fact is stored once.</a:t>
            </a:r>
          </a:p>
          <a:p>
            <a:pPr>
              <a:defRPr sz="1800"/>
            </a:pPr>
            <a:r>
              <a:t>Analogy: One address book instead of copying addresses everywhere.</a:t>
            </a:r>
          </a:p>
          <a:p>
            <a:pPr>
              <a:defRPr sz="1800"/>
            </a:pPr>
            <a:r>
              <a:t>Benefit: Easy and safe to update (no conflicting copies).</a:t>
            </a:r>
          </a:p>
          <a:p>
            <a:pPr>
              <a:defRPr sz="1800"/>
            </a:pPr>
            <a:r>
              <a:t>Trade-off: Need to join tables to get full info (a bit slower to read).</a:t>
            </a:r>
          </a:p>
          <a:p>
            <a:pPr>
              <a:defRPr sz="1800"/>
            </a:pPr>
            <a:r>
              <a:t>When used: Most transaction systems (OLTP).</a:t>
            </a:r>
          </a:p>
        </p:txBody>
      </p:sp>
      <p:pic>
        <p:nvPicPr>
          <p:cNvPr id="4" name="Picture 3" descr="norm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971800"/>
            <a:ext cx="8532632" cy="3359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Denormalized Data — 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What: Data copied/flattened to make reading fast and simple.</a:t>
            </a:r>
          </a:p>
          <a:p>
            <a:pPr>
              <a:defRPr sz="1800"/>
            </a:pPr>
            <a:r>
              <a:t>Analogy: A single printed report with everything on one page.</a:t>
            </a:r>
          </a:p>
          <a:p>
            <a:pPr>
              <a:defRPr sz="1800"/>
            </a:pPr>
            <a:r>
              <a:t>Benefit: Very fast for reports and dashboards (fewer joins).</a:t>
            </a:r>
          </a:p>
          <a:p>
            <a:pPr>
              <a:defRPr sz="1800"/>
            </a:pPr>
            <a:r>
              <a:t>Trade-off: Harder to keep updates consistent; uses more space.</a:t>
            </a:r>
          </a:p>
          <a:p>
            <a:pPr>
              <a:defRPr sz="1800"/>
            </a:pPr>
            <a:r>
              <a:t>When used: Reporting systems (OLAP) and caches.</a:t>
            </a:r>
          </a:p>
        </p:txBody>
      </p:sp>
      <p:pic>
        <p:nvPicPr>
          <p:cNvPr id="4" name="Picture 3" descr="denorm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8567972" cy="3379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What is a Database? — Beginner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What: A digital place that stores and organizes data safely.</a:t>
            </a:r>
          </a:p>
          <a:p>
            <a:pPr>
              <a:defRPr sz="1800"/>
            </a:pPr>
            <a:r>
              <a:t>Analogy: A filing cabinet with rules for adding and finding papers.</a:t>
            </a:r>
          </a:p>
          <a:p>
            <a:pPr>
              <a:defRPr sz="1800"/>
            </a:pPr>
            <a:r>
              <a:t>Types: Relational (tables), column stores (analytics), NoSQL (flexible).</a:t>
            </a:r>
          </a:p>
          <a:p>
            <a:pPr>
              <a:defRPr sz="1800"/>
            </a:pPr>
            <a:r>
              <a:t>Why it matters: Lets apps remember users, orders, history securely.</a:t>
            </a:r>
          </a:p>
          <a:p>
            <a:pPr>
              <a:defRPr sz="1800"/>
            </a:pPr>
            <a:r>
              <a:t>Quick tip: Use relational DBs for transactions, data warehouses for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358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2025-12-12T11:24:33Z</dcterms:modified>
  <cp:category/>
</cp:coreProperties>
</file>